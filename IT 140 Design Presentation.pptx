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13" r:id="rId4"/>
  </p:sldMasterIdLst>
  <p:sldIdLst>
    <p:sldId id="256" r:id="rId5"/>
    <p:sldId id="257" r:id="rId6"/>
    <p:sldId id="260" r:id="rId7"/>
    <p:sldId id="258" r:id="rId8"/>
    <p:sldId id="25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94671" autoAdjust="0"/>
  </p:normalViewPr>
  <p:slideViewPr>
    <p:cSldViewPr snapToGrid="0">
      <p:cViewPr varScale="1">
        <p:scale>
          <a:sx n="91" d="100"/>
          <a:sy n="91" d="100"/>
        </p:scale>
        <p:origin x="91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9542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98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270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10/25/2026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90421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10/25/2026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9365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10/25/2026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87513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10/25/2026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78844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10/25/2026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40310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10/25/2026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59597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937187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260835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5765597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4088133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2363307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6144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10/25/2026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86247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CBC1C18-307B-4F68-A007-B5B542270E8D}" type="datetimeFigureOut">
              <a:rPr lang="en-US" smtClean="0"/>
              <a:t>10/25/2026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09156421"/>
      </p:ext>
    </p:extLst>
  </p:cSld>
  <p:clrMap bg1="dk1" tx1="lt1" bg2="dk2" tx2="lt2" accent1="accent1" accent2="accent2" accent3="accent3" accent4="accent4" accent5="accent5" accent6="accent6" hlink="hlink" folHlink="folHlink"/>
  <p:sldLayoutIdLst>
    <p:sldLayoutId id="2147483914" r:id="rId1"/>
    <p:sldLayoutId id="2147483915" r:id="rId2"/>
    <p:sldLayoutId id="2147483916" r:id="rId3"/>
    <p:sldLayoutId id="2147483917" r:id="rId4"/>
    <p:sldLayoutId id="2147483918" r:id="rId5"/>
    <p:sldLayoutId id="2147483919" r:id="rId6"/>
    <p:sldLayoutId id="2147483920" r:id="rId7"/>
    <p:sldLayoutId id="2147483921" r:id="rId8"/>
    <p:sldLayoutId id="2147483922" r:id="rId9"/>
    <p:sldLayoutId id="2147483923" r:id="rId10"/>
    <p:sldLayoutId id="2147483924" r:id="rId11"/>
    <p:sldLayoutId id="2147483925" r:id="rId12"/>
    <p:sldLayoutId id="2147483926" r:id="rId13"/>
    <p:sldLayoutId id="2147483927" r:id="rId14"/>
    <p:sldLayoutId id="2147483928" r:id="rId15"/>
    <p:sldLayoutId id="214748392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IT 140 Game Design</a:t>
            </a:r>
          </a:p>
        </p:txBody>
      </p:sp>
      <p:sp>
        <p:nvSpPr>
          <p:cNvPr id="3" name="Subtitle 2"/>
          <p:cNvSpPr>
            <a:spLocks noGrp="1"/>
          </p:cNvSpPr>
          <p:nvPr>
            <p:ph type="subTitle" idx="1"/>
          </p:nvPr>
        </p:nvSpPr>
        <p:spPr/>
        <p:txBody>
          <a:bodyPr>
            <a:normAutofit/>
          </a:bodyPr>
          <a:lstStyle/>
          <a:p>
            <a:r>
              <a:rPr lang="en-US" dirty="0">
                <a:solidFill>
                  <a:schemeClr val="tx1"/>
                </a:solidFill>
              </a:rPr>
              <a:t>Alyssa Osborne</a:t>
            </a:r>
          </a:p>
          <a:p>
            <a:endParaRPr lang="en-US" dirty="0"/>
          </a:p>
        </p:txBody>
      </p:sp>
    </p:spTree>
    <p:extLst>
      <p:ext uri="{BB962C8B-B14F-4D97-AF65-F5344CB8AC3E}">
        <p14:creationId xmlns:p14="http://schemas.microsoft.com/office/powerpoint/2010/main" val="243280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Storyboard: Description</a:t>
            </a:r>
          </a:p>
        </p:txBody>
      </p:sp>
      <p:sp>
        <p:nvSpPr>
          <p:cNvPr id="3" name="Content Placeholder 2"/>
          <p:cNvSpPr>
            <a:spLocks noGrp="1"/>
          </p:cNvSpPr>
          <p:nvPr>
            <p:ph idx="1"/>
          </p:nvPr>
        </p:nvSpPr>
        <p:spPr/>
        <p:txBody>
          <a:bodyPr/>
          <a:lstStyle/>
          <a:p>
            <a:pPr marL="0" indent="0">
              <a:buNone/>
            </a:pPr>
            <a:r>
              <a:rPr lang="en-US" dirty="0"/>
              <a:t>The theme of the game will be a post-apocalyptic nuclear setting in which the player needs to find food, which is sparse due to the fall of society, to gain enough energy to defeat the radioactive monster and escape the nuclear testing facility they are stuck in. The rooms will include a starting room (START), a villain room (HAZARD), as well as the MED BAY, LAB, STORAGE, CENTRAL HUB, REACTOR, and VAULT. Each room aside from START and HAZARD will contain ITEMS. The  items will be fruits, which the player will be traveling through the lab to collect. Fruits include an APPLE, ORANGE, BANANA, GRAPES, CHERRY, and PINEAPPLE.</a:t>
            </a:r>
          </a:p>
          <a:p>
            <a:pPr marL="0" indent="0">
              <a:buNone/>
            </a:pPr>
            <a:endParaRPr lang="en-US" dirty="0"/>
          </a:p>
          <a:p>
            <a:pPr marL="0" indent="0">
              <a:buNone/>
            </a:pPr>
            <a:r>
              <a:rPr lang="en-US" dirty="0"/>
              <a:t>Once the player has retrieved all the fruit, they now have enough energy to fight the radioactive monster and escape, therefore ending the game.</a:t>
            </a:r>
          </a:p>
        </p:txBody>
      </p:sp>
    </p:spTree>
    <p:extLst>
      <p:ext uri="{BB962C8B-B14F-4D97-AF65-F5344CB8AC3E}">
        <p14:creationId xmlns:p14="http://schemas.microsoft.com/office/powerpoint/2010/main" val="3054786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242" y="591670"/>
            <a:ext cx="4339672" cy="1077229"/>
          </a:xfrm>
        </p:spPr>
        <p:txBody>
          <a:bodyPr>
            <a:normAutofit/>
          </a:bodyPr>
          <a:lstStyle/>
          <a:p>
            <a:r>
              <a:rPr lang="en-US" sz="4000" dirty="0"/>
              <a:t>Storyboard: Map</a:t>
            </a:r>
          </a:p>
        </p:txBody>
      </p:sp>
      <p:sp>
        <p:nvSpPr>
          <p:cNvPr id="3" name="Content Placeholder 2"/>
          <p:cNvSpPr>
            <a:spLocks noGrp="1"/>
          </p:cNvSpPr>
          <p:nvPr>
            <p:ph idx="1"/>
          </p:nvPr>
        </p:nvSpPr>
        <p:spPr>
          <a:xfrm>
            <a:off x="1109248" y="2370375"/>
            <a:ext cx="3069660" cy="2548465"/>
          </a:xfrm>
        </p:spPr>
        <p:txBody>
          <a:bodyPr>
            <a:normAutofit lnSpcReduction="10000"/>
          </a:bodyPr>
          <a:lstStyle/>
          <a:p>
            <a:pPr marL="0" indent="0">
              <a:buNone/>
            </a:pPr>
            <a:r>
              <a:rPr lang="en-US" dirty="0"/>
              <a:t>8 ROOMS and 6 ITEMS to collect, the player begins at the START room and must avoid the HAZARD room to collect all ITEMS (fruits). Only once they have acquired the fruits can they enter the HAZARD room.</a:t>
            </a:r>
          </a:p>
        </p:txBody>
      </p:sp>
      <p:pic>
        <p:nvPicPr>
          <p:cNvPr id="61" name="Picture 60">
            <a:extLst>
              <a:ext uri="{FF2B5EF4-FFF2-40B4-BE49-F238E27FC236}">
                <a16:creationId xmlns:a16="http://schemas.microsoft.com/office/drawing/2014/main" id="{79139ABB-1158-FB55-CD58-15C5F5297615}"/>
              </a:ext>
            </a:extLst>
          </p:cNvPr>
          <p:cNvPicPr>
            <a:picLocks noChangeAspect="1"/>
          </p:cNvPicPr>
          <p:nvPr/>
        </p:nvPicPr>
        <p:blipFill>
          <a:blip r:embed="rId2"/>
          <a:stretch>
            <a:fillRect/>
          </a:stretch>
        </p:blipFill>
        <p:spPr>
          <a:xfrm>
            <a:off x="4954621" y="0"/>
            <a:ext cx="7237379" cy="6858000"/>
          </a:xfrm>
          <a:prstGeom prst="rect">
            <a:avLst/>
          </a:prstGeom>
        </p:spPr>
      </p:pic>
    </p:spTree>
    <p:extLst>
      <p:ext uri="{BB962C8B-B14F-4D97-AF65-F5344CB8AC3E}">
        <p14:creationId xmlns:p14="http://schemas.microsoft.com/office/powerpoint/2010/main" val="892667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6748" y="785355"/>
            <a:ext cx="3898298" cy="1507067"/>
          </a:xfrm>
        </p:spPr>
        <p:txBody>
          <a:bodyPr>
            <a:normAutofit fontScale="90000"/>
          </a:bodyPr>
          <a:lstStyle/>
          <a:p>
            <a:r>
              <a:rPr lang="en-US" sz="4000" dirty="0"/>
              <a:t>Pseudocode: </a:t>
            </a:r>
            <a:br>
              <a:rPr lang="en-US" sz="4000" dirty="0"/>
            </a:br>
            <a:r>
              <a:rPr lang="en-US" sz="4000" dirty="0"/>
              <a:t>Move Between Rooms</a:t>
            </a:r>
          </a:p>
        </p:txBody>
      </p:sp>
      <p:sp>
        <p:nvSpPr>
          <p:cNvPr id="3" name="Content Placeholder 2"/>
          <p:cNvSpPr>
            <a:spLocks noGrp="1"/>
          </p:cNvSpPr>
          <p:nvPr>
            <p:ph idx="1"/>
          </p:nvPr>
        </p:nvSpPr>
        <p:spPr>
          <a:xfrm>
            <a:off x="4750677" y="517635"/>
            <a:ext cx="4277710" cy="6340365"/>
          </a:xfrm>
        </p:spPr>
        <p:txBody>
          <a:bodyPr>
            <a:noAutofit/>
          </a:bodyPr>
          <a:lstStyle/>
          <a:p>
            <a:r>
              <a:rPr lang="en-US" sz="1200" b="1" dirty="0"/>
              <a:t>START</a:t>
            </a:r>
            <a:r>
              <a:rPr lang="en-US" sz="1200" dirty="0"/>
              <a:t> GAME</a:t>
            </a:r>
          </a:p>
          <a:p>
            <a:r>
              <a:rPr lang="en-US" sz="1200" dirty="0"/>
              <a:t>Set </a:t>
            </a:r>
            <a:r>
              <a:rPr lang="en-US" sz="1200" dirty="0" err="1"/>
              <a:t>current_room</a:t>
            </a:r>
            <a:r>
              <a:rPr lang="en-US" sz="1200" dirty="0"/>
              <a:t> = Start</a:t>
            </a:r>
          </a:p>
          <a:p>
            <a:r>
              <a:rPr lang="en-US" sz="1200" dirty="0"/>
              <a:t>Create empty inventory</a:t>
            </a:r>
          </a:p>
          <a:p>
            <a:r>
              <a:rPr lang="en-US" sz="1200" b="1" dirty="0"/>
              <a:t>WHILE</a:t>
            </a:r>
            <a:r>
              <a:rPr lang="en-US" sz="1200" dirty="0"/>
              <a:t> game is running</a:t>
            </a:r>
          </a:p>
          <a:p>
            <a:r>
              <a:rPr lang="en-US" sz="1200" dirty="0"/>
              <a:t>Show current room</a:t>
            </a:r>
          </a:p>
          <a:p>
            <a:r>
              <a:rPr lang="en-US" sz="1200" dirty="0"/>
              <a:t>Show inventory</a:t>
            </a:r>
          </a:p>
          <a:p>
            <a:r>
              <a:rPr lang="en-US" sz="1200" dirty="0"/>
              <a:t>Ask player for command</a:t>
            </a:r>
            <a:br>
              <a:rPr lang="en-US" sz="1200" dirty="0"/>
            </a:br>
            <a:r>
              <a:rPr lang="en-US" sz="1200" dirty="0"/>
              <a:t>(go North / South / East / West)</a:t>
            </a:r>
          </a:p>
          <a:p>
            <a:r>
              <a:rPr lang="en-US" sz="1200" b="1" dirty="0"/>
              <a:t>IF</a:t>
            </a:r>
            <a:r>
              <a:rPr lang="en-US" sz="1200" dirty="0"/>
              <a:t> command is a direction</a:t>
            </a:r>
          </a:p>
          <a:p>
            <a:r>
              <a:rPr lang="en-US" sz="1200" b="1" dirty="0"/>
              <a:t>IF</a:t>
            </a:r>
            <a:r>
              <a:rPr lang="en-US" sz="1200" dirty="0"/>
              <a:t> direction is valid</a:t>
            </a:r>
            <a:br>
              <a:rPr lang="en-US" sz="1200" dirty="0"/>
            </a:br>
            <a:r>
              <a:rPr lang="en-US" sz="1200" dirty="0"/>
              <a:t>	 Move player to new room</a:t>
            </a:r>
          </a:p>
          <a:p>
            <a:r>
              <a:rPr lang="en-US" sz="1200" b="1" dirty="0"/>
              <a:t>ELSE</a:t>
            </a:r>
            <a:br>
              <a:rPr lang="en-US" sz="1200" dirty="0"/>
            </a:br>
            <a:r>
              <a:rPr lang="en-US" sz="1200" dirty="0"/>
              <a:t>	 Display: “You can’t go that way!”</a:t>
            </a:r>
          </a:p>
          <a:p>
            <a:r>
              <a:rPr lang="en-US" sz="1200" b="1" dirty="0"/>
              <a:t>ELSE</a:t>
            </a:r>
          </a:p>
          <a:p>
            <a:r>
              <a:rPr lang="en-US" sz="1200" dirty="0"/>
              <a:t>Display: “Invalid command!”</a:t>
            </a:r>
          </a:p>
          <a:p>
            <a:r>
              <a:rPr lang="en-US" sz="1200" dirty="0"/>
              <a:t>CHECK GAME STATUS</a:t>
            </a:r>
          </a:p>
          <a:p>
            <a:r>
              <a:rPr lang="en-US" sz="1200" b="1" dirty="0"/>
              <a:t>IF</a:t>
            </a:r>
            <a:r>
              <a:rPr lang="en-US" sz="1200" dirty="0"/>
              <a:t> player enters Villain room without all items</a:t>
            </a:r>
            <a:br>
              <a:rPr lang="en-US" sz="1200" dirty="0"/>
            </a:br>
            <a:r>
              <a:rPr lang="en-US" sz="1200" dirty="0"/>
              <a:t>→ GAME OVER</a:t>
            </a:r>
          </a:p>
          <a:p>
            <a:r>
              <a:rPr lang="en-US" sz="1200" b="1" dirty="0"/>
              <a:t>IF</a:t>
            </a:r>
            <a:r>
              <a:rPr lang="en-US" sz="1200" dirty="0"/>
              <a:t> inventory has all fruit items</a:t>
            </a:r>
            <a:br>
              <a:rPr lang="en-US" sz="1200" dirty="0"/>
            </a:br>
            <a:r>
              <a:rPr lang="en-US" sz="1200" dirty="0"/>
              <a:t>→ YOU WIN</a:t>
            </a:r>
          </a:p>
          <a:p>
            <a:r>
              <a:rPr lang="en-US" sz="1200" dirty="0"/>
              <a:t>END LOOP</a:t>
            </a:r>
          </a:p>
          <a:p>
            <a:pPr marL="0" indent="0">
              <a:buNone/>
            </a:pPr>
            <a:endParaRPr lang="en-US" sz="1000" dirty="0"/>
          </a:p>
        </p:txBody>
      </p:sp>
      <p:sp>
        <p:nvSpPr>
          <p:cNvPr id="4" name="TextBox 3">
            <a:extLst>
              <a:ext uri="{FF2B5EF4-FFF2-40B4-BE49-F238E27FC236}">
                <a16:creationId xmlns:a16="http://schemas.microsoft.com/office/drawing/2014/main" id="{0C3BDE95-CBCB-603A-D765-0DA4B7689930}"/>
              </a:ext>
            </a:extLst>
          </p:cNvPr>
          <p:cNvSpPr txBox="1"/>
          <p:nvPr/>
        </p:nvSpPr>
        <p:spPr>
          <a:xfrm>
            <a:off x="983520" y="3312505"/>
            <a:ext cx="2700170" cy="2862322"/>
          </a:xfrm>
          <a:prstGeom prst="rect">
            <a:avLst/>
          </a:prstGeom>
          <a:noFill/>
        </p:spPr>
        <p:txBody>
          <a:bodyPr wrap="square" rtlCol="0">
            <a:spAutoFit/>
          </a:bodyPr>
          <a:lstStyle/>
          <a:p>
            <a:r>
              <a:rPr lang="en-US" dirty="0"/>
              <a:t>ROOMS:</a:t>
            </a:r>
          </a:p>
          <a:p>
            <a:r>
              <a:rPr lang="en-US" dirty="0"/>
              <a:t>START</a:t>
            </a:r>
          </a:p>
          <a:p>
            <a:r>
              <a:rPr lang="en-US" dirty="0"/>
              <a:t>HAZARD</a:t>
            </a:r>
          </a:p>
          <a:p>
            <a:r>
              <a:rPr lang="en-US" dirty="0"/>
              <a:t>LAB</a:t>
            </a:r>
          </a:p>
          <a:p>
            <a:r>
              <a:rPr lang="en-US" dirty="0"/>
              <a:t>MED BAY</a:t>
            </a:r>
          </a:p>
          <a:p>
            <a:r>
              <a:rPr lang="en-US" dirty="0"/>
              <a:t>CENTRAL HUB</a:t>
            </a:r>
          </a:p>
          <a:p>
            <a:r>
              <a:rPr lang="en-US" dirty="0"/>
              <a:t>STORAGE</a:t>
            </a:r>
          </a:p>
          <a:p>
            <a:r>
              <a:rPr lang="en-US" dirty="0"/>
              <a:t>VAULT</a:t>
            </a:r>
          </a:p>
          <a:p>
            <a:r>
              <a:rPr lang="en-US" dirty="0"/>
              <a:t>REACTOR</a:t>
            </a:r>
          </a:p>
          <a:p>
            <a:endParaRPr lang="en-US" dirty="0"/>
          </a:p>
        </p:txBody>
      </p:sp>
    </p:spTree>
    <p:extLst>
      <p:ext uri="{BB962C8B-B14F-4D97-AF65-F5344CB8AC3E}">
        <p14:creationId xmlns:p14="http://schemas.microsoft.com/office/powerpoint/2010/main" val="2535805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888" y="1302697"/>
            <a:ext cx="3488395" cy="1507067"/>
          </a:xfrm>
        </p:spPr>
        <p:txBody>
          <a:bodyPr>
            <a:normAutofit fontScale="90000"/>
          </a:bodyPr>
          <a:lstStyle/>
          <a:p>
            <a:r>
              <a:rPr lang="en-US" sz="4000" dirty="0"/>
              <a:t>Pseudocode or Flowchart: </a:t>
            </a:r>
            <a:br>
              <a:rPr lang="en-US" sz="4000" dirty="0"/>
            </a:br>
            <a:r>
              <a:rPr lang="en-US" sz="4000" dirty="0"/>
              <a:t>Get an Item</a:t>
            </a:r>
          </a:p>
        </p:txBody>
      </p:sp>
      <p:sp>
        <p:nvSpPr>
          <p:cNvPr id="3" name="Content Placeholder 2"/>
          <p:cNvSpPr>
            <a:spLocks noGrp="1"/>
          </p:cNvSpPr>
          <p:nvPr>
            <p:ph idx="1"/>
          </p:nvPr>
        </p:nvSpPr>
        <p:spPr>
          <a:xfrm>
            <a:off x="5187376" y="1441377"/>
            <a:ext cx="4402795" cy="3656140"/>
          </a:xfrm>
        </p:spPr>
        <p:txBody>
          <a:bodyPr>
            <a:noAutofit/>
          </a:bodyPr>
          <a:lstStyle/>
          <a:p>
            <a:r>
              <a:rPr lang="en-US" sz="1200" dirty="0"/>
              <a:t>PLAYER </a:t>
            </a:r>
            <a:r>
              <a:rPr lang="en-US" sz="1200" b="1" dirty="0"/>
              <a:t>INPUT</a:t>
            </a:r>
          </a:p>
          <a:p>
            <a:r>
              <a:rPr lang="en-US" sz="1200" dirty="0"/>
              <a:t>Ask for command</a:t>
            </a:r>
            <a:br>
              <a:rPr lang="en-US" sz="1200" dirty="0"/>
            </a:br>
            <a:r>
              <a:rPr lang="en-US" sz="1200" dirty="0"/>
              <a:t>(get Cherry, get Banana, etc.)</a:t>
            </a:r>
          </a:p>
          <a:p>
            <a:r>
              <a:rPr lang="en-US" sz="1200" b="1" dirty="0"/>
              <a:t>IF</a:t>
            </a:r>
            <a:r>
              <a:rPr lang="en-US" sz="1200" dirty="0"/>
              <a:t> command starts with “get”</a:t>
            </a:r>
          </a:p>
          <a:p>
            <a:r>
              <a:rPr lang="en-US" sz="1200" b="1" dirty="0"/>
              <a:t>IF</a:t>
            </a:r>
            <a:r>
              <a:rPr lang="en-US" sz="1200" dirty="0"/>
              <a:t> item exists in current room</a:t>
            </a:r>
            <a:br>
              <a:rPr lang="en-US" sz="1200" dirty="0"/>
            </a:br>
            <a:r>
              <a:rPr lang="en-US" sz="1200" dirty="0"/>
              <a:t>→ Add item to inventory</a:t>
            </a:r>
            <a:br>
              <a:rPr lang="en-US" sz="1200" dirty="0"/>
            </a:br>
            <a:r>
              <a:rPr lang="en-US" sz="1200" dirty="0"/>
              <a:t>→ Remove item from room</a:t>
            </a:r>
            <a:br>
              <a:rPr lang="en-US" sz="1200" dirty="0"/>
            </a:br>
            <a:r>
              <a:rPr lang="en-US" sz="1200" dirty="0"/>
              <a:t>→ Display: “Item retrieved!”</a:t>
            </a:r>
          </a:p>
          <a:p>
            <a:r>
              <a:rPr lang="en-US" sz="1200" b="1" dirty="0"/>
              <a:t>ELSE</a:t>
            </a:r>
            <a:br>
              <a:rPr lang="en-US" sz="1200" dirty="0"/>
            </a:br>
            <a:r>
              <a:rPr lang="en-US" sz="1200" dirty="0"/>
              <a:t>→ Display: “Can’t get that item!”</a:t>
            </a:r>
          </a:p>
          <a:p>
            <a:r>
              <a:rPr lang="en-US" sz="1200" b="1" dirty="0"/>
              <a:t>ELSE</a:t>
            </a:r>
          </a:p>
          <a:p>
            <a:r>
              <a:rPr lang="en-US" sz="1200" dirty="0"/>
              <a:t>Display: “Invalid command!”</a:t>
            </a:r>
          </a:p>
        </p:txBody>
      </p:sp>
      <p:sp>
        <p:nvSpPr>
          <p:cNvPr id="4" name="TextBox 3">
            <a:extLst>
              <a:ext uri="{FF2B5EF4-FFF2-40B4-BE49-F238E27FC236}">
                <a16:creationId xmlns:a16="http://schemas.microsoft.com/office/drawing/2014/main" id="{5D30D19F-8FCF-7890-B2C7-767DF967265B}"/>
              </a:ext>
            </a:extLst>
          </p:cNvPr>
          <p:cNvSpPr txBox="1"/>
          <p:nvPr/>
        </p:nvSpPr>
        <p:spPr>
          <a:xfrm>
            <a:off x="977461" y="3691758"/>
            <a:ext cx="2606565" cy="2031325"/>
          </a:xfrm>
          <a:prstGeom prst="rect">
            <a:avLst/>
          </a:prstGeom>
          <a:noFill/>
        </p:spPr>
        <p:txBody>
          <a:bodyPr wrap="square" rtlCol="0">
            <a:spAutoFit/>
          </a:bodyPr>
          <a:lstStyle/>
          <a:p>
            <a:r>
              <a:rPr lang="en-US" dirty="0"/>
              <a:t>ITEMS:</a:t>
            </a:r>
          </a:p>
          <a:p>
            <a:r>
              <a:rPr lang="en-US" dirty="0"/>
              <a:t>BANANA</a:t>
            </a:r>
          </a:p>
          <a:p>
            <a:r>
              <a:rPr lang="en-US" dirty="0"/>
              <a:t>CHERRY</a:t>
            </a:r>
          </a:p>
          <a:p>
            <a:r>
              <a:rPr lang="en-US" dirty="0"/>
              <a:t>GRAPES</a:t>
            </a:r>
          </a:p>
          <a:p>
            <a:r>
              <a:rPr lang="en-US" dirty="0"/>
              <a:t>PINEAPPLE</a:t>
            </a:r>
          </a:p>
          <a:p>
            <a:r>
              <a:rPr lang="en-US" dirty="0"/>
              <a:t>APPLE</a:t>
            </a:r>
          </a:p>
          <a:p>
            <a:r>
              <a:rPr lang="en-US" dirty="0"/>
              <a:t>ORANGE</a:t>
            </a:r>
          </a:p>
        </p:txBody>
      </p:sp>
    </p:spTree>
    <p:extLst>
      <p:ext uri="{BB962C8B-B14F-4D97-AF65-F5344CB8AC3E}">
        <p14:creationId xmlns:p14="http://schemas.microsoft.com/office/powerpoint/2010/main" val="2211348444"/>
      </p:ext>
    </p:extLst>
  </p:cSld>
  <p:clrMapOvr>
    <a:masterClrMapping/>
  </p:clrMapOvr>
</p:sld>
</file>

<file path=ppt/theme/theme1.xml><?xml version="1.0" encoding="utf-8"?>
<a:theme xmlns:a="http://schemas.openxmlformats.org/drawingml/2006/main" name="Facet">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ff8a4b2e-b0c8-4039-a689-d1a7f36f438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FC679AA94041F4BA4494D199A3447AF" ma:contentTypeVersion="13" ma:contentTypeDescription="Create a new document." ma:contentTypeScope="" ma:versionID="97abb28671660b3923b59ef28914b0fa">
  <xsd:schema xmlns:xsd="http://www.w3.org/2001/XMLSchema" xmlns:xs="http://www.w3.org/2001/XMLSchema" xmlns:p="http://schemas.microsoft.com/office/2006/metadata/properties" xmlns:ns2="ff8a4b2e-b0c8-4039-a689-d1a7f36f4382" xmlns:ns3="f716dd8a-49a0-4c40-b209-038e1651b548" targetNamespace="http://schemas.microsoft.com/office/2006/metadata/properties" ma:root="true" ma:fieldsID="4e295b7a5f2f4e3b5edda2fb01eec268" ns2:_="" ns3:_="">
    <xsd:import namespace="ff8a4b2e-b0c8-4039-a689-d1a7f36f4382"/>
    <xsd:import namespace="f716dd8a-49a0-4c40-b209-038e1651b54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8a4b2e-b0c8-4039-a689-d1a7f36f4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Notes" ma:index="19"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716dd8a-49a0-4c40-b209-038e1651b54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ED95EB-3526-4CE7-8060-15AB3204068D}">
  <ds:schemaRefs>
    <ds:schemaRef ds:uri="http://purl.org/dc/terms/"/>
    <ds:schemaRef ds:uri="http://purl.org/dc/elements/1.1/"/>
    <ds:schemaRef ds:uri="http://schemas.microsoft.com/office/2006/documentManagement/types"/>
    <ds:schemaRef ds:uri="ff8a4b2e-b0c8-4039-a689-d1a7f36f4382"/>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f716dd8a-49a0-4c40-b209-038e1651b548"/>
    <ds:schemaRef ds:uri="http://purl.org/dc/dcmitype/"/>
  </ds:schemaRefs>
</ds:datastoreItem>
</file>

<file path=customXml/itemProps2.xml><?xml version="1.0" encoding="utf-8"?>
<ds:datastoreItem xmlns:ds="http://schemas.openxmlformats.org/officeDocument/2006/customXml" ds:itemID="{1405DF41-9D96-498B-9EEC-9609697B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8a4b2e-b0c8-4039-a689-d1a7f36f4382"/>
    <ds:schemaRef ds:uri="f716dd8a-49a0-4c40-b209-038e1651b5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CE51B33-765F-48BE-BF7D-D076854422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1438</TotalTime>
  <Words>410</Words>
  <Application>Microsoft Office PowerPoint</Application>
  <PresentationFormat>Widescreen</PresentationFormat>
  <Paragraphs>49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Trebuchet MS</vt:lpstr>
      <vt:lpstr>Wingdings 3</vt:lpstr>
      <vt:lpstr>Facet</vt:lpstr>
      <vt:lpstr>IT 140 Game Design</vt:lpstr>
      <vt:lpstr>Storyboard: Description</vt:lpstr>
      <vt:lpstr>Storyboard: Map</vt:lpstr>
      <vt:lpstr>Pseudocode:  Move Between Rooms</vt:lpstr>
      <vt:lpstr>Pseudocode or Flowchart:  Get an Item</vt:lpstr>
    </vt:vector>
  </TitlesOfParts>
  <Company>SNHU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140 Design Presentation Template</dc:title>
  <dc:creator>Gentile, Amy</dc:creator>
  <cp:lastModifiedBy>Osborne, Alyssa</cp:lastModifiedBy>
  <cp:revision>13</cp:revision>
  <dcterms:created xsi:type="dcterms:W3CDTF">2020-07-28T16:50:56Z</dcterms:created>
  <dcterms:modified xsi:type="dcterms:W3CDTF">2026-10-25T16:43:36Z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0x0101003FC679AA94041F4BA4494D199A3447AF</vt:lpwstr>
  </property>
  <property fmtid="{D5CDD505-2E9C-101B-9397-08002B2CF9AE}" pid="3" name="Order">
    <vt:r8>7268800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